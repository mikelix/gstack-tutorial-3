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GSTACK TUTORIAL NO.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10241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English → Chinese Video Captioning, Verified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9D6E0"/>
                </a:solidFill>
                <a:latin typeface="Calibri"/>
                <a:ea typeface="Microsoft YaHei"/>
                <a:cs typeface="Microsoft YaHei"/>
              </a:rPr>
              <a:t>Build a caption pipeline with videocaptioner — and prove the output is right with a five-gate verification chain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83480"/>
            <a:ext cx="1463040" cy="1905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gstack orchestration + one domain reviewer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Prof. Yi-Kuen Lee  ·  September 2026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Prose CC BY 4.0 · Code Apache-2.0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A working pipeline is easy; proving it worked is the actual skill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The governing thought of this tutorial, in one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15798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4825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Four commands.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Transcribe, translate, synthesize, verify. The mechanics take an afternoon to learn.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047238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937510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Every stage fails quietly.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ASR mishears. Translators return your source text and call it a translation. Captions render off-frame.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174236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4064508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We hit this for real.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free translator returned untranslated English, exited 0, and defeated four of our five gates.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30123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19150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So the subject is verification.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Gates that check output rather than exit codes, and one gate we deliberately do not automate.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Source: reviews/04-qa-report.md, Finding 1 — reproduced 2026-09-15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WHAT YOU 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One sitting takes a raw clip to a captioned output you can defend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920240"/>
            <a:ext cx="3423818" cy="1965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67712"/>
            <a:ext cx="29666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35808"/>
            <a:ext cx="29666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verification gates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3756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Four mechanical, one human — the split is deliberate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3938" y="1920240"/>
            <a:ext cx="3423818" cy="1965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3938" y="1920240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2538" y="2267712"/>
            <a:ext cx="29666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2-4h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538" y="3035808"/>
            <a:ext cx="29666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first run, no surprises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538" y="333756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2.5-7h honestly, once the top risk is priced 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2076" y="1920240"/>
            <a:ext cx="3423818" cy="1965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2076" y="1920240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2267712"/>
            <a:ext cx="29666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63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0676" y="3035808"/>
            <a:ext cx="29666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automated repo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0676" y="333756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Links, EN/ZH parity, gate contract, BOM 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51960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honest range is wider than the headline number because the single most likely failure lands mid-project, not during install.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606040"/>
            <a:ext cx="9525" cy="100584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260604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Why verification is the subject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331012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Three ways this pipeline lies to you, and the one that cost us a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FAILURE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Each stage can report success while producing the wrong artifact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72768"/>
            <a:ext cx="1878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6498" y="1572768"/>
            <a:ext cx="54847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How it fails quietly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24166" y="1572768"/>
            <a:ext cx="290857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catches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84248"/>
            <a:ext cx="187809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Transcribe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6498" y="1984248"/>
            <a:ext cx="54847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ASR mishears a word and writes something plausible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24166" y="1984248"/>
            <a:ext cx="290857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human reading the transcript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786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578608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97480"/>
            <a:ext cx="187809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6498" y="2697480"/>
            <a:ext cx="54847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Service rate-limits, swallows the error, returns your ENGLISH as the translation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4166" y="2697480"/>
            <a:ext cx="290857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T3b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918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410712"/>
            <a:ext cx="187809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6498" y="3410712"/>
            <a:ext cx="54847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different translator runs than the one you asked for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4166" y="3410712"/>
            <a:ext cx="290857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0050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005072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4123944"/>
            <a:ext cx="187809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Synthesize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6498" y="4123944"/>
            <a:ext cx="54847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Captions render off-frame or overlap text burned into the 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4166" y="4123944"/>
            <a:ext cx="290857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T4 + your eyes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7183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194560"/>
            <a:ext cx="54864" cy="219456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828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THE ONE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40280"/>
            <a:ext cx="9692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"✓ Done" is a string.
The output file is the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52628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The same lesson as gstack Tutorial #2's "'PASS' is a string, the log is the evidence" — different domain, identical discipline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INCIDENT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A free translator returned our English text and reported success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29215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45720" cy="29215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10271455" cy="2464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videocaptioner subtitle probe.srt --translator google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--target-language zh-Hans --layout target-only -o out.srt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ERROR - Google translation failed 1: 429 Too Many Requests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ERROR - Google translation failed 2: 429 Too Many Requests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OK Done -&gt; out.srt (2 segments)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exit code: 0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cat out.srt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hello this is a short test          # &lt;- still English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of the translation pipeline         # &lt;- still English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677156"/>
            <a:ext cx="108200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errors were logged, then swallowed. Exit code 0. Correct segment count. A well-formed file. The only thing wrong with it was that it contained no Chinese.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Observed 2026-09-15, videocaptioner 1.4.2, Windows 11, Hong Kong network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WHY IT MATTERED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Four of our five gates passed on that file — the chain verified everything except translation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72768"/>
            <a:ext cx="30818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0211" y="1572768"/>
            <a:ext cx="130954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Verdict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2637" y="1572768"/>
            <a:ext cx="58801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Why it missed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84248"/>
            <a:ext cx="3081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 transcription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0211" y="1984248"/>
            <a:ext cx="130954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2637" y="1984248"/>
            <a:ext cx="5880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source .srt was genuinely 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786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578608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97480"/>
            <a:ext cx="3081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T2 translator provenance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0211" y="2697480"/>
            <a:ext cx="130954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2637" y="2697480"/>
            <a:ext cx="5880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service really was google — as requested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918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410712"/>
            <a:ext cx="3081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 segment parity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0211" y="3410712"/>
            <a:ext cx="130954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2637" y="3410712"/>
            <a:ext cx="5880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 segments in, 2 segments out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0050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005072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4123944"/>
            <a:ext cx="3081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T4 synthesis fidelity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0211" y="4123944"/>
            <a:ext cx="130954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2637" y="4123944"/>
            <a:ext cx="5880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Video structurally perfect, just with English on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7183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4837176"/>
            <a:ext cx="3081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T3b — did NOT exist yet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0211" y="4837176"/>
            <a:ext cx="130954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52637" y="4837176"/>
            <a:ext cx="5880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Added because of this incident. Now the only gate that catches it.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43153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Source: reviews/04-qa-report.md Finding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606040"/>
            <a:ext cx="9525" cy="100584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260604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The pipeline and its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331012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Four commands, one human read-through, five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Four stages, with a mandatory human read between transcription and translation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5800" y="1965960"/>
            <a:ext cx="2595295" cy="1508760"/>
          </a:xfrm>
          <a:prstGeom prst="homePlate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203704"/>
            <a:ext cx="1909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  Transcribe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587752"/>
            <a:ext cx="19094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ASR to English .srt. Free bijian engine, no setup.</a:t>
            </a:r>
          </a:p>
        </p:txBody>
      </p:sp>
      <p:sp>
        <p:nvSpPr>
          <p:cNvPr id="8" name="Pentagon 7"/>
          <p:cNvSpPr/>
          <p:nvPr/>
        </p:nvSpPr>
        <p:spPr>
          <a:xfrm>
            <a:off x="3427399" y="1965960"/>
            <a:ext cx="2595295" cy="1508760"/>
          </a:xfrm>
          <a:prstGeom prst="homePlate">
            <a:avLst/>
          </a:prstGeom>
          <a:solidFill>
            <a:srgbClr val="2E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8567" y="2203704"/>
            <a:ext cx="1909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2  Correct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8567" y="2587752"/>
            <a:ext cx="19094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You read it. Fix ASR errors here or translate them later.</a:t>
            </a:r>
          </a:p>
        </p:txBody>
      </p:sp>
      <p:sp>
        <p:nvSpPr>
          <p:cNvPr id="11" name="Pentagon 10"/>
          <p:cNvSpPr/>
          <p:nvPr/>
        </p:nvSpPr>
        <p:spPr>
          <a:xfrm>
            <a:off x="6168998" y="1965960"/>
            <a:ext cx="2595295" cy="1508760"/>
          </a:xfrm>
          <a:prstGeom prst="homePlate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0166" y="2203704"/>
            <a:ext cx="1909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3  Translate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6" y="2587752"/>
            <a:ext cx="19094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Chinese-only output. Translator chosen for YOUR access.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0597" y="1965960"/>
            <a:ext cx="2595295" cy="1508760"/>
          </a:xfrm>
          <a:prstGeom prst="rect">
            <a:avLst/>
          </a:prstGeom>
          <a:solidFill>
            <a:srgbClr val="2E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5" y="2203704"/>
            <a:ext cx="1909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4  Synthesize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1765" y="2587752"/>
            <a:ext cx="19094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Burn captions in. Style and position controlled.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108200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Stage 2 is the step everyone skips. Our pilot caught three real ASR errors there — two minutes to fix in English, a translation-quality problem if allowed through.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GATE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Four gates run as code; the fifth needs a bilingual human and we say 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72768"/>
            <a:ext cx="139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69360" y="1572768"/>
            <a:ext cx="709609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Checks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8333" y="1572768"/>
            <a:ext cx="178441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Mechanical?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84248"/>
            <a:ext cx="1390952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9360" y="1984248"/>
            <a:ext cx="7096093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Transcription produced segments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8333" y="1984248"/>
            <a:ext cx="178441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679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567940"/>
            <a:ext cx="10820095" cy="7025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86812"/>
            <a:ext cx="1390952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9360" y="2686812"/>
            <a:ext cx="7096093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translator that ran is the one you asked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8333" y="2686812"/>
            <a:ext cx="178441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705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389376"/>
            <a:ext cx="1390952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9360" y="3389376"/>
            <a:ext cx="7096093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 segments dropped or merged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8333" y="3389376"/>
            <a:ext cx="178441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97306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973068"/>
            <a:ext cx="10820095" cy="7025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4091940"/>
            <a:ext cx="1390952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69360" y="4091940"/>
            <a:ext cx="7096093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Translation actually happened — not English passthrough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8333" y="4091940"/>
            <a:ext cx="178441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7563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4794504"/>
            <a:ext cx="1390952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69360" y="4794504"/>
            <a:ext cx="7096093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Output matches source resolution and duration exactly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8333" y="4794504"/>
            <a:ext cx="178441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Yes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37819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5378196"/>
            <a:ext cx="10820095" cy="7025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" y="5497068"/>
            <a:ext cx="1390952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69360" y="5497068"/>
            <a:ext cx="7096093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Chinese is faithful and natural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8333" y="5497068"/>
            <a:ext cx="178441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 — human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60807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CIRCULARITY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Never verify an artifact against something derived from itself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5250027" cy="4480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5250027" cy="457200"/>
          </a:xfrm>
          <a:prstGeom prst="rect">
            <a:avLst/>
          </a:prstGeom>
          <a:solidFill>
            <a:srgbClr val="A3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600200"/>
            <a:ext cx="4847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Tempting, and worthless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39696"/>
            <a:ext cx="484769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OCR the burned-in captions from the finished video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Diff that text against the .srt you used to make it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It will match. It proves synthesis didn't corrupt the text.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It says NOTHING about whether the Chinese is a correct translation.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5867" y="1481328"/>
            <a:ext cx="5250027" cy="4480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481328"/>
            <a:ext cx="5250027" cy="457200"/>
          </a:xfrm>
          <a:prstGeom prst="rect">
            <a:avLst/>
          </a:prstGeom>
          <a:solidFill>
            <a:srgbClr val="1E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7035" y="1600200"/>
            <a:ext cx="4847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the script does instead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7035" y="2139696"/>
            <a:ext cx="484769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Pass --ocr-check and run_gates.py exits 2 — VOID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Not 0 (pass), not 1 (fail). A third, distinct state.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VOID = the check ran but proved nothing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Compare English .srt to Chinese .srt directly. Never the video.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Same lesson as Tutorial #2's LVS circularity trap, transplanted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606040"/>
            <a:ext cx="9525" cy="100584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260604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Setup, and the choice we got wrong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331012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Install is easy. Choosing a translator is where readers diverge.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Three components, one version constraint that actually bites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Full step-by-step for Windows 11, macOS and Linux: starter/INSTALL.md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11680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03120"/>
            <a:ext cx="237459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3005" y="2103120"/>
            <a:ext cx="27680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3940" y="2103120"/>
            <a:ext cx="51288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514600"/>
            <a:ext cx="237459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3005" y="2514600"/>
            <a:ext cx="27680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&gt;=3.10, &lt;3.13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3940" y="2514600"/>
            <a:ext cx="5128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videocaptioner requirement. 3.13 is NOT supported — check first.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1089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108960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227832"/>
            <a:ext cx="237459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FFmpeg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3005" y="3227832"/>
            <a:ext cx="27680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any recent 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3940" y="3227832"/>
            <a:ext cx="5128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Audio extraction, caption burn-in, and every verification gate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221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941064"/>
            <a:ext cx="237459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videocaptioner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3005" y="3941064"/>
            <a:ext cx="27680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pip install videocaptioner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3940" y="3941064"/>
            <a:ext cx="5128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pipeline itself. Verify with `videocaptioner doctor`.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5354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TRANSLATOR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Do not copy our translator — your access is not our 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The first draft of this tutorial told readers to use --translator llm and never fall back. That was our API setup restated as a universal rule.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15798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4825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Default is bing, not llm.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Omit the flag and you silently get Bing. Every command in this tutorial names the translator explicitly.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166110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056382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Free still needs a key.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Split and Optimize are LLM steps regardless of translator. Keyless readers also need --no-optimize --no-split.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174236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4064508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Region decides more than budget.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Behind a restrictive firewall, Google and Bing endpoints are often unreachable; a domestic LLM endpoint is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182362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072634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Cost is rarely the barrier.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An hour of speech costs less than a cup of coffee. Obtaining a key and a payment method is the real hurdle.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Full decision guide: docs/choosing_a_translator.md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OBSERVED AVAILABILITY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Both free options failed for us — one loudly, one silently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Tested 2026-09-15 from Hong Kong. YOUR results may differ — that is the whole point. Re-run the probe yourself.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11680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03120"/>
            <a:ext cx="178441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2818" y="2103120"/>
            <a:ext cx="158768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3379" y="2103120"/>
            <a:ext cx="68993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Result on our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514600"/>
            <a:ext cx="178441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llm` (DeepSeek)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2818" y="2514600"/>
            <a:ext cx="15876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Paid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3379" y="2514600"/>
            <a:ext cx="689936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Worked. Fluent across a 32-segment and a 1086-segment clip.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1089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108960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227832"/>
            <a:ext cx="178441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bing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2818" y="3227832"/>
            <a:ext cx="15876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3379" y="3227832"/>
            <a:ext cx="689936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FAIL — 404 on the auth endpoint. Loud, so no bad artifact shipped.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221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941064"/>
            <a:ext cx="178441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google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2818" y="3941064"/>
            <a:ext cx="15876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Free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3379" y="3941064"/>
            <a:ext cx="689936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Silently emitted untranslated English and exited 0. The dangerous one.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5354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A service that degrades silently is more dangerous than one that fails loudly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TWO-MINUTE 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Probe your access on two segments before committing to a 41-minute clip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224942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45720" cy="224942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10271455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1. Make a 2-segment probe.srt, then: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subtitle probe.srt --translator llm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--target-language zh-Hans --layout target-only -o probe_out.srt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2. Then actually OPEN probe_out.srt and look at it.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Chinese text          -&gt; good, proceed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A loud error          -&gt; try another option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English + 'OK Done'   -&gt; silent passthrough, do NOT proceed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05072"/>
            <a:ext cx="108200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Outcome three is the one that costs people a day. Look at the file.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606040"/>
            <a:ext cx="9525" cy="100584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260604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Running the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331012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Transcribe, read, translate, synthesize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STAGE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Reading the transcript caught three real errors in an 89-second clip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Two minutes to fix in English. A translation-quality problem forever if allowed through. Edit text lines only — never the indices or timestamps.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11680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03120"/>
            <a:ext cx="37517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ASR wrote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0108" y="2103120"/>
            <a:ext cx="37517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Should 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4688" y="2103120"/>
            <a:ext cx="27680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Cost if missed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514600"/>
            <a:ext cx="37517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0108" y="2514600"/>
            <a:ext cx="37517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4688" y="2514600"/>
            <a:ext cx="27680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Translated as a common noun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1089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108960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227832"/>
            <a:ext cx="37517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home humanoid robots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0108" y="3227832"/>
            <a:ext cx="37517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humanoid robots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64688" y="3227832"/>
            <a:ext cx="27680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word that was never said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221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941064"/>
            <a:ext cx="37517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neural netells 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0108" y="3941064"/>
            <a:ext cx="37517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neural network tells 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4688" y="3941064"/>
            <a:ext cx="27680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Garbled input, garbled output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5354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STAGES 3-4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Go straight to Chinese-only output, then check provenance immediately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2697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45720" cy="26974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10271455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Translate — target-only avoids a bilingual file you'd have to redo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subtitle clip.srt --translator llm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--target-language zh-Hans --layout target-only -o clip_zh.srt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Gate T2 — run this IMMEDIATELY after the translate you care about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config show        # confirm translate.service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Synthesize — version-suffix so attempts are comparable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synthesize clip.mp4 -s clip_zh.srt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--subtitle-mode hard --style default -o clip_captioned_v1.mp4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53128"/>
            <a:ext cx="108200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config show reports CURRENT state, not per-invocation history. Batch several translations before checking and the gate is useless.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BEFORE YOU STYLE ANYTHING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Check the source for burned-in captions first — they are pixels, not subtitles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Grab 2-3 frames spread across the clip. A caption may only appear during certain moments.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15798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4825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If you find text: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It is fused into the frames. To ffmpeg it is indistinguishable from someone's face. No subtitle tool can remove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166110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056382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Your options: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 clean source export, AI inpainting (often blurry), crop the region, or position your Chinese captions clear of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174236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4064508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Raise margin_bottom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to lift captions above the existing band. Our first pilot clip needed this; the second did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182362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072634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Windows PowerShell warning: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--style-override JSON needs backslash-escaped quotes: '{\"font_size\":56}'. Otherwise quotes are stripped before the program sees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606040"/>
            <a:ext cx="9525" cy="100584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260604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331012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The actual point of the tutorial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GATES T1-T4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One command runs every mechanical gate against real artifacts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29215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45720" cy="29215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10271455" cy="2464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python starter/scripts/run_gates.py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--source-video clip.mp4  --source-srt clip.srt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--target-srt clip_zh.srt --output-video clip_captioned_v2.mp4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--translator llm --target-language zh-Hans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T1 PASS - clip.srt: 32 segments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T2 PASS - translate.service = llm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T3 PASS - 32 segments in both source and target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T3b PASS - target is genuinely translated, not source passthrough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T4 PASS - 1080x596, 89.131s (source) vs 89.131s (output)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T5 NOT AUTO-VERIFIED - run the procedure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Verified against the pilot's own artifacts — reviews/03-eng-review.md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EXIT-CODE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VOID gets its own exit code so "meaningless" can never print as "success"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72768"/>
            <a:ext cx="989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7704" y="1572768"/>
            <a:ext cx="297298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Meaning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3565" y="1572768"/>
            <a:ext cx="6309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you should 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84248"/>
            <a:ext cx="9892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704" y="1984248"/>
            <a:ext cx="29729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T1-T4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3565" y="1984248"/>
            <a:ext cx="630917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Proceed to Gate T5 by hand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786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578608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97480"/>
            <a:ext cx="9892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7704" y="2697480"/>
            <a:ext cx="29729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FAIL — a gate caught a real defect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3565" y="2697480"/>
            <a:ext cx="630917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Fix the artifact, never the gate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918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410712"/>
            <a:ext cx="9892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7704" y="3410712"/>
            <a:ext cx="29729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VOID — the check was self-referential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3565" y="3410712"/>
            <a:ext cx="630917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Alert separately. Not a retry — the check proved nothing.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0050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005072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4123944"/>
            <a:ext cx="9892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7704" y="4123944"/>
            <a:ext cx="29729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Environment error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3565" y="4123944"/>
            <a:ext cx="630917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Missing tool or file. Nothing was verified.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7183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Mirrors Tutorial #2's run_all.sh contract — the single most important design decision in either repo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GATE T5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one gate we refuse to automate, with a procedure instead of a hope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gstack's process roles can count segments and diff durations. None of them can read Chinese and judge whether it carries the meaning.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15798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4825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Inputs: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English .srt and the Chinese .srt. NEVER the video — that is the circular check.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2987802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878074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Sample: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segments 1-5, a block at ~50%, and the last 5. Note the source's register first as calibration.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05536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94563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Four questions per segment: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Meaning preserved? Natural not literal? Nothing hallucinated or dropped? Proper nouns and idioms right?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122926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013198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Verdict: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PASS, or PASS-WITH-FLAG naming the segment. A flagged run is not done until a human resolves each flag in writing.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Full contract, RACI and defer clause: docs/expertise_division.md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606040"/>
            <a:ext cx="9525" cy="100584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260604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What transfers to your next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331012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Five disciplines that outlive this particular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PITFALL LEDGER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Every one of these reported success at least once before being caught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72768"/>
            <a:ext cx="360415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Symptom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82561" y="1572768"/>
            <a:ext cx="28828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Cause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48254" y="1572768"/>
            <a:ext cx="3784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84248"/>
            <a:ext cx="360415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Translation "succeeded", output is English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2561" y="1984248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Free translator swallowed a 429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8254" y="1984248"/>
            <a:ext cx="3784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T3b; switch translators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786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578608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97480"/>
            <a:ext cx="360415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JSON error on a correct-looking command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2561" y="2697480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PowerShell stripped the quotes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8254" y="2697480"/>
            <a:ext cx="3784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Backslash-escape: `'{\"k\":1}'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918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410712"/>
            <a:ext cx="360415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T1 counts one segment short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2561" y="3410712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UTF-8 BOM on the first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8254" y="3410712"/>
            <a:ext cx="3784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Read with `utf-8-sig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0050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005072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4123944"/>
            <a:ext cx="360415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Chinese captions overlap on-screen 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2561" y="4123944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Source has burned-in captions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48254" y="4123944"/>
            <a:ext cx="3784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Raise `margin_bottom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7183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4837176"/>
            <a:ext cx="360415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command not found` after a good install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2561" y="4837176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Scripts dir not on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8254" y="4837176"/>
            <a:ext cx="3784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Add it, reopen the terminal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43153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The BOM bug was ours — found only because a test file came from PowerShell, not from videocaptioner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TRANSFERABLE DISCIPLINES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Five habits that apply to any pipeline where a wrong artifact is expensive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1591056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481328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Check the output, not the exit code.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Every failure in our pitfall ledger reported success at least once.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2368296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258568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Never verify an artifact against itself.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OCR-vs-own-srt here; an LVS netlist derived from the GDS under test in Tutorial #2. Same error.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3383280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273552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Give "meaningless" its own signal.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VOID has a distinct exit code so it can never be mistaken for PASS by a script or a skimming reviewer.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439826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28853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Name the gap you cannot close.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T5 is not automated and the docs say so plainly, rather than implying full coverage.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517550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506577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reader's environment is not yours.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The translator-choice chapter exists because our first draft handed down our own API setup as a rule.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THE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Tutorial #3 tests whether the pattern still pays on an easy subject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Answer: yes, but the authority split is lighter. One domain reviewer, not two, and its veto fires on exactly one gate.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11680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03120"/>
            <a:ext cx="216147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9881" y="2103120"/>
            <a:ext cx="216147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Tutorial 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4234" y="2103120"/>
            <a:ext cx="28828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Tutorial #2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927" y="2103120"/>
            <a:ext cx="28828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Tutorial #3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514600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Carrier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9881" y="2514600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hello_world.py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4234" y="2514600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RTL→GDS EDA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927" y="2514600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EN→ZH video captions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089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3108960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3227832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9881" y="3227832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gstack roles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4234" y="3227832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roles × 2 domain agents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927" y="3227832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roles × 1 domain reviewer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8221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941064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Proof of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9881" y="3941064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reviews merge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4234" y="3941064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chain + GDS SHA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927" y="3941064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gates T1-T4 + T5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5354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4535424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4654296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Setup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9881" y="4654296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none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4234" y="4654296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multi-GB open EDA + PDK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927" y="4654296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one pip install + FFmpeg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24865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367528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39881" y="5367528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minutes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4234" y="5367528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10-14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927" y="5367528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2.5-7 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596188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DEFINITION OF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Eight lines. Anything less is a draft, not a deliverable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1591056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481328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Gates T1-T4 PASS — run_gates.py exits 0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2165985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056257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T5 reviewed, every flag resolved in writing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274091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63118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config show evidence captured proving the intended translator ran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3315843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206115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Output resolution and duration verified identical to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3890772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781044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At least one rendered frame visually inspected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" y="4465701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4355973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Source checked for pre-existing burned-in captions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5040630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4930902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versions.lock filled in — versions, provider, model, run date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5615559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5505831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Known gaps stated in writing, not hidden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194560"/>
            <a:ext cx="54864" cy="219456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828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40280"/>
            <a:ext cx="9692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A gate that is relaxed to pass
is not a gate.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52628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gstack Tutorial series — the rule that survives every subject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